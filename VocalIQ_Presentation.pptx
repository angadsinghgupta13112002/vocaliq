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7315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640080"/>
            <a:ext cx="1371600" cy="1371600"/>
          </a:xfrm>
          <a:prstGeom prst="ellipse">
            <a:avLst/>
          </a:prstGeom>
          <a:solidFill>
            <a:srgbClr val="1C1C3A"/>
          </a:solidFill>
          <a:ln w="25400">
            <a:solidFill>
              <a:srgbClr val="4F6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13232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🎙️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606040" y="56692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VocalIQ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606040" y="13533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Speaking Coach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965960"/>
            <a:ext cx="594360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CS651 Web Systems  ·  Prof. Lynne Grewe  ·  Cal State East Bay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Angaddeep Singh Gupta  ·  Samuel Paul Chetty  ·  Abhinay Konuri  ·  Lasya Uma Sri Lingala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2880360"/>
            <a:ext cx="3017520" cy="502920"/>
          </a:xfrm>
          <a:prstGeom prst="rect">
            <a:avLst/>
          </a:prstGeom>
          <a:solidFill>
            <a:srgbClr val="1C1C3A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vocaliq-956080638663.us-central1.run.app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2880360"/>
            <a:ext cx="2926080" cy="502920"/>
          </a:xfrm>
          <a:prstGeom prst="rect">
            <a:avLst/>
          </a:prstGeom>
          <a:solidFill>
            <a:srgbClr val="1C1C3A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2944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github.com/angadsinghgupta13112002/vocaliq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3840480"/>
            <a:ext cx="1005840" cy="347472"/>
          </a:xfrm>
          <a:prstGeom prst="rect">
            <a:avLst/>
          </a:prstGeom>
          <a:solidFill>
            <a:srgbClr val="1E2A5E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840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public speaking coaching need to change?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146304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572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1307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80160" y="1709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suffer from public speaking anxiety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46304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5720" cy="14630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1307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$100–$300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69280" y="1709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 for a human speaking coach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14800" cy="146304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45720" cy="14630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2999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80160" y="34015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feedback after a presentation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114800" cy="146304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34640"/>
            <a:ext cx="45720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69280" y="2999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69280" y="34015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instant, personalized tools existed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C1C3A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can't improve what you can't measure."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VocalIQ — Your AI Speaking Coach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or upload → Full coaching report in under 90 seconds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11430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" cy="11430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or Upload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recording or file upload — no app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1430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5720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5727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3-pass pipeline: assess → coach → gesture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4114800" cy="11430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77440"/>
            <a:ext cx="45720" cy="11430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2514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Timeline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8529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Vision Face Detection — frame-by-frame emotion + eye contact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114800" cy="11430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77440"/>
            <a:ext cx="45720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🖐️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2514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8529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HandLandmarker — 21 landmarks, 8 gesture types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4114800" cy="11430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57600"/>
            <a:ext cx="45720" cy="11430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43000" y="3794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Coaching Report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13308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Delivery, Confidence, Pacing, Engagement — all scored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114800" cy="11430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57600"/>
            <a:ext cx="45720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Integration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413308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videos directly from Drive — no download needed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Google Cloud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+ Drive auth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1170432"/>
          </a:xfrm>
          <a:prstGeom prst="rect">
            <a:avLst/>
          </a:prstGeom>
          <a:solidFill>
            <a:srgbClr val="1E2A5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6200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3-pass AI coaching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170432"/>
          </a:xfrm>
          <a:prstGeom prst="rect">
            <a:avLst/>
          </a:prstGeom>
          <a:solidFill>
            <a:srgbClr val="1A3A2A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Vision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+ eye contact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95728"/>
            <a:ext cx="2651760" cy="1170432"/>
          </a:xfrm>
          <a:prstGeom prst="rect">
            <a:avLst/>
          </a:prstGeom>
          <a:solidFill>
            <a:srgbClr val="2A1E3F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🖐️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2871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gestures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395728"/>
            <a:ext cx="2651760" cy="1170432"/>
          </a:xfrm>
          <a:prstGeom prst="rect">
            <a:avLst/>
          </a:prstGeom>
          <a:solidFill>
            <a:srgbClr val="3A1E1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8620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86200" y="2871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+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395728"/>
            <a:ext cx="2651760" cy="1170432"/>
          </a:xfrm>
          <a:prstGeom prst="rect">
            <a:avLst/>
          </a:prstGeom>
          <a:solidFill>
            <a:srgbClr val="1E2A3A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084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2871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audio files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694176"/>
            <a:ext cx="2651760" cy="1170432"/>
          </a:xfrm>
          <a:prstGeom prst="rect">
            <a:avLst/>
          </a:prstGeom>
          <a:solidFill>
            <a:srgbClr val="1E3030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51560" y="3831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694176"/>
            <a:ext cx="2651760" cy="1170432"/>
          </a:xfrm>
          <a:prstGeom prst="rect">
            <a:avLst/>
          </a:prstGeom>
          <a:solidFill>
            <a:srgbClr val="2A2A1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3756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886200" y="3831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Analytics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8620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events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694176"/>
            <a:ext cx="2651760" cy="117043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722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20840" y="3831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Node 20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208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Express 5 · JWT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on Google Cloud — same origin for frontend + 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377440" cy="3383280"/>
          </a:xfrm>
          <a:prstGeom prst="rect">
            <a:avLst/>
          </a:prstGeom>
          <a:solidFill>
            <a:srgbClr val="1C1C3A"/>
          </a:solidFill>
          <a:ln w="25400">
            <a:solidFill>
              <a:srgbClr val="4F6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19 + Vite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JWT in localStorage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MediaPipe WASM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98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Canvas Frame Extract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GA4 (gtag.js)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2834640"/>
            <a:ext cx="73152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606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1143000"/>
            <a:ext cx="2743200" cy="3383280"/>
          </a:xfrm>
          <a:prstGeom prst="rect">
            <a:avLst/>
          </a:prstGeom>
          <a:solidFill>
            <a:srgbClr val="1C1C3A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Express API (Cloud Run)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84448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 /coaching/analyze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84448" y="2075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 /analyze-from-drive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84448" y="2487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GET /coaching/sessions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84448" y="2898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GET /auth/google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84448" y="3310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GET /photos/videos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2834640"/>
            <a:ext cx="5943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143000"/>
            <a:ext cx="2011680" cy="3383280"/>
          </a:xfrm>
          <a:prstGeom prst="rect">
            <a:avLst/>
          </a:prstGeom>
          <a:solidFill>
            <a:srgbClr val="1C1C3A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Google Cloud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6642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Gemini 2.5 Flash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2075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Vision 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03720" y="24871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Firestore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28986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Storage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33101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GA4 Analytics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84582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2 GiB RAM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540s timeout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— no key files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Three-Pass Gemini Coaching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File API — video uploaded once, analyzed three times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3840480"/>
          </a:xfrm>
          <a:prstGeom prst="rect">
            <a:avLst/>
          </a:prstGeom>
          <a:solidFill>
            <a:srgbClr val="13132B"/>
          </a:solidFill>
          <a:ln w="25400">
            <a:solidFill>
              <a:srgbClr val="4F6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170432"/>
            <a:ext cx="640080" cy="64008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— Assessment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Video/audio via Gemini File 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Overall score (1–10)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 sub-scores with breakdown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Emotion detected vs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WPM (words per minute)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Timestamped transcript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Top 3 improvement tips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43200" cy="3840480"/>
          </a:xfrm>
          <a:prstGeom prst="rect">
            <a:avLst/>
          </a:prstGeom>
          <a:solidFill>
            <a:srgbClr val="13132B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170432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— Deep Coaching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Pass 1 JSON results as context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81635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Detailed tip cards + exercises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Better phrasing examples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Vocal control breakdown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 to keep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7-day practice plan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097280"/>
            <a:ext cx="2743200" cy="3840480"/>
          </a:xfrm>
          <a:prstGeom prst="rect">
            <a:avLst/>
          </a:prstGeom>
          <a:solidFill>
            <a:srgbClr val="13132B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0" y="1170432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 — Gesture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Same Gemini File URI (no re-upload)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81635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 3s: gesture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open_hand, pointing, peace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thumbs_up, fist, no_hands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Expressiveness score 0–100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Drive-uploaded videos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63240" y="3017520"/>
            <a:ext cx="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3017520"/>
            <a:ext cx="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Google OAuth 2.0 + JWT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token exchange + 7-day signed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"Sign in with Google"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536192"/>
            <a:ext cx="0" cy="128016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64208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6184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redirects to Google consent screen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2011680"/>
            <a:ext cx="0" cy="128016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39696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39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0939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returns auth code to callback URL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2487168"/>
            <a:ext cx="0" cy="128016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15184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25694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exchanges code → user profile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962656"/>
            <a:ext cx="0" cy="128016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9067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0449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upserts user doc in Firestore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" y="3438144"/>
            <a:ext cx="0" cy="128016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6616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520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signs + returns JWT (7-day expiry)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0352" y="3913632"/>
            <a:ext cx="0" cy="128016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41648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41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39959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stores JWT in localStorage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94960" y="1143000"/>
            <a:ext cx="3383280" cy="18288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1143000"/>
            <a:ext cx="4572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Notes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16276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Access token NOT stored server-side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77840" y="19568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JWT verified on every protected route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Drive tokens stored encrypted in Firestore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2615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Auto-refresh on 401 (token expiry)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3154680"/>
            <a:ext cx="3383280" cy="18288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94960" y="3154680"/>
            <a:ext cx="45720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Google Drive OAuth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77840" y="3639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Separate OAuth flow (drive.readonly scope)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39684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Consent shown every time for refresh token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4297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Token stored in users Firestore doc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77840" y="4626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Auto-refreshed before each Drive API call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Google Cloud Firestore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database in Native mode — two collections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023360" cy="384048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5720" cy="384048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users/{uid}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356616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190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171907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sub ID (document key)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displayName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20574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from Google profile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39572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239572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email address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73405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photoURL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273405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picture URL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07238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307238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"google"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41071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photosAccessToken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5960" y="34107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OAuth access token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photosRefreshToken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37490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OAuth refresh token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08736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photosConnectedAt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408736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connection timestamp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42569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65960" y="44256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login timestamp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097280"/>
            <a:ext cx="4206240" cy="384048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097280"/>
            <a:ext cx="45720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coaching_sessions/{uid}_{ts}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1627632"/>
            <a:ext cx="374904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71907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overallScore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171907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1.0–10.0 overall score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0574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scoreBreakdown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20574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sub-scores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23957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239572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segments array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27340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improvementTips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273405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tips array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0723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detailedTips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307238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tip cards array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vocalControl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34107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Pacing, tone, breath, pause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37490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emotionTimeline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37490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Vision per-frame array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0600" y="40873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emotionSummary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408736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emotion + eye contact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44256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gestureTimeline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44256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MediaPipe/Gemini gestures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00600" y="47640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gestureSummary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476402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gesture + score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reads/writes via Firebase Admin SDK on Express server — React client never touches Firestore directly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Report — What You Get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tabs of AI-powered, data-driven coaching feedback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600200" cy="384048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5720" cy="384048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3192" y="1828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Score ring (1–10)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90779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sub-score bars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34381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 improvement tips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96849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Strengths to keep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39112" y="1097280"/>
            <a:ext cx="1600200" cy="384048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1097280"/>
            <a:ext cx="45720" cy="38404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12264" y="1828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Timeline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Vision frame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48840" y="290779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Emotion color bar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34381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Eye contact 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48840" y="396849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Nervous / confident moments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58184" y="1097280"/>
            <a:ext cx="1600200" cy="384048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58184" y="1097280"/>
            <a:ext cx="45720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61104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🖐️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831336" y="1828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67912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MediaPipe timeline bar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67912" y="290779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Expressiveness score 0–100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67912" y="34381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Gesture frequency chart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67912" y="396849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Coaching tip by gesture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77256" y="1097280"/>
            <a:ext cx="1600200" cy="384048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77256" y="1097280"/>
            <a:ext cx="45720" cy="3840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0176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50408" y="1828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86984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Timestamped segments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86984" y="290779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Issue tags per segment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86984" y="34381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Specific fix per segment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86984" y="396849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speech text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96328" y="1097280"/>
            <a:ext cx="1600200" cy="384048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96328" y="1097280"/>
            <a:ext cx="45720" cy="3840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269480" y="1828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Coaching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06056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Pass 2 tip cards + exercises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06056" y="290779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Better phrasing examples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06056" y="34381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Vocal control (WPM / tone)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06056" y="396849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7-day practice plan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Logging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Measurement ID: G-SN3LE9Y5RT · Cloud Run stdout logging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931920" cy="27432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5720" cy="27432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Frontend Events (gtag.js)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81912"/>
            <a:ext cx="347472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64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664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change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066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success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session_submitted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468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click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712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session_complete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8712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AI returns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273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report_tab_viewed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2735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click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1097280"/>
            <a:ext cx="4297680" cy="27432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1097280"/>
            <a:ext cx="45720" cy="2743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Backend Events (Measurement Protocol)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581912"/>
            <a:ext cx="3840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664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JWT issued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session_analyzed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Firestore save (+ score, emotion, source)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23360"/>
            <a:ext cx="8458200" cy="91440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023360"/>
            <a:ext cx="4572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Run Logging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23160" y="41330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server events streamed to Cloud Logging via stdout  ·  Prefixes: [coaching] [gemini] [vision] [storage] [photos] [oauth] [analytics]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Google Cloud Run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 build · Same URL for frontend + 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265176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5720" cy="265176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Multi-Stage Dockerfile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81912"/>
            <a:ext cx="374904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64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Build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node:20-alpine · npm ci · npm run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compiles React → /client/dist)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87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Runtime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7977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node:20-alpine · apk add ffmpeg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/dist + /server · node server.js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069080" cy="265176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97280"/>
            <a:ext cx="45720" cy="2651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887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Cloud Run Configuration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581912"/>
            <a:ext cx="365760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64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16642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GiB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0665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0665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seconds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8712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8712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 (scale to zero)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273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us-central1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931920"/>
            <a:ext cx="8458200" cy="100584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93192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23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Application Default Credentials (ADC) — No key file in Docker image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service account has: Firestore · Cloud Storage · Cloud Vision · Gemini API · GA4 Measurement Protocol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we discovered building VocalIQ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206240" cy="118872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572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69848" y="12070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Breaking Change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5727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app.get("*") is invalid in Express 5 — must use app.use() as the SPA catch-all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206240" cy="118872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5720" cy="1188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4688" y="12070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04688" y="15727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reserves PORT env var — cannot override it. Always read process.env.PORT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4206240" cy="118872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23160"/>
            <a:ext cx="4572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69848" y="25328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vs Key Files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2898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secrets. Cloud Run ADC + service account roles is cleaner and more secure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206240" cy="118872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23160"/>
            <a:ext cx="45720" cy="118872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04688" y="25328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Bakes API URLs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04688" y="2898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bakes env vars at build time — need .env.production with correct API_BASE_URL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4206240" cy="118872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49040"/>
            <a:ext cx="45720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69848" y="38587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Backend Events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9848" y="4224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events need Measurement Protocol — gtag.js is browser-only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4206240" cy="1188720"/>
          </a:xfrm>
          <a:prstGeom prst="rect">
            <a:avLst/>
          </a:prstGeom>
          <a:solidFill>
            <a:srgbClr val="13132B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749040"/>
            <a:ext cx="45720" cy="1188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04688" y="38587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Three-Pass Prompting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04688" y="4224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assesses → Pass 2 coaches → Pass 3 analyses gestures. Splitting prompts gives dramatically better, more specific results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7315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🎙️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880360"/>
            <a:ext cx="5486400" cy="0"/>
          </a:xfrm>
          <a:prstGeom prst="line">
            <a:avLst/>
          </a:prstGeom>
          <a:noFill/>
          <a:ln w="12700">
            <a:solidFill>
              <a:srgbClr val="2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Angaddeep Singh Gupta · Samuel Paul Chetty · Abhinay Konuri · Lasya Uma Sri Lingala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CS651 Web Systems · Prof. Lynne Grewe · California State University, East Bay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926080" cy="530352"/>
          </a:xfrm>
          <a:prstGeom prst="rect">
            <a:avLst/>
          </a:prstGeom>
          <a:solidFill>
            <a:srgbClr val="1C1C3A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08760" y="38221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vocaliq-956080638663.us-central1.run.app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3749040"/>
            <a:ext cx="3017520" cy="530352"/>
          </a:xfrm>
          <a:prstGeom prst="rect">
            <a:avLst/>
          </a:prstGeom>
          <a:solidFill>
            <a:srgbClr val="1C1C3A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3822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github.com/angadsinghgupta13112002/vocaliq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VocalIQ — AI Speaking Coach</dc:title>
  <dc:subject>PptxGenJS Presentation</dc:subject>
  <dc:creator>Angaddeep Singh Gupta</dc:creator>
  <cp:lastModifiedBy>Angaddeep Singh Gupta</cp:lastModifiedBy>
  <cp:revision>1</cp:revision>
  <dcterms:created xsi:type="dcterms:W3CDTF">2026-04-30T00:09:18Z</dcterms:created>
  <dcterms:modified xsi:type="dcterms:W3CDTF">2026-04-30T00:09:18Z</dcterms:modified>
</cp:coreProperties>
</file>